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56"/>
  </p:normalViewPr>
  <p:slideViewPr>
    <p:cSldViewPr snapToGrid="0">
      <p:cViewPr>
        <p:scale>
          <a:sx n="71" d="100"/>
          <a:sy n="71" d="100"/>
        </p:scale>
        <p:origin x="2024" y="9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3BC37-9468-B217-C5A0-5127177A47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D593DC-8CAA-33B7-4D80-B967925437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F9140F-E575-679A-0D5F-BCE6712E2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3AE11-939A-C74C-8468-B20FAB2F8D9A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116DD8-6487-B05F-CE63-30EAB60B0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6ADD83-FA08-74DE-2B12-E5D7AF9FA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03F5E-3F7A-7641-8F3C-7788B3D9F7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1906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E532B-2A92-04DF-9186-0DE63D568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CF6A21-102F-00F3-A3D5-2D22BAE56A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F7CDE3-8BC9-6D8D-07CD-BFE6ABB7A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3AE11-939A-C74C-8468-B20FAB2F8D9A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4CD196-B99E-A362-718A-1B88A332A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5A4065-95C5-27B3-A6E6-27F5B647D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03F5E-3F7A-7641-8F3C-7788B3D9F7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7797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A9FAC-9DB8-953A-E758-7191AA92B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0C6A4F-B1E4-088A-500D-23F78781CC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B4880B-5BD2-3A05-0973-7D6E0815C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3AE11-939A-C74C-8468-B20FAB2F8D9A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B2BFB8-CFFF-46DA-394C-93FE9E9D4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EBE437-2427-F3AB-056D-6A92AA623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03F5E-3F7A-7641-8F3C-7788B3D9F7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7102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98C6A-974A-4910-A841-EF0E5D26D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69D207-D0F7-FA3B-36C4-D2F8BBECB3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A2E881-0703-C5CA-BD3A-9F964EBE52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3BBA4D-76FA-0F5C-10DA-C8B919727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3AE11-939A-C74C-8468-B20FAB2F8D9A}" type="datetimeFigureOut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652CBC-6A12-9EF8-D17D-40A52CEB9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482C54-904F-EDCD-C5BE-9C6386E5B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03F5E-3F7A-7641-8F3C-7788B3D9F7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021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E4BBB-831F-6632-9C1F-BA1A0539F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B6B3D6-95BB-5750-9098-B90E29EA27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662351-7118-3406-2960-FDD24A8563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B139E6-7F90-ECBD-7F80-F285CC3218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3A9C8A-810A-7DA0-94E5-947BF503BF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1DA35B-3EF5-1ADD-10D8-562FE7B2A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3AE11-939A-C74C-8468-B20FAB2F8D9A}" type="datetimeFigureOut">
              <a:rPr lang="en-US" smtClean="0"/>
              <a:t>4/27/26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235C14-899D-0AB9-6D5F-9B416CDB8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9FD2AA-3E72-B445-3FF0-04B66F272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03F5E-3F7A-7641-8F3C-7788B3D9F7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948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86361-7E65-CD11-BAD9-C4B3BE2F8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77AD35-E364-8EC4-BF83-447476995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3AE11-939A-C74C-8468-B20FAB2F8D9A}" type="datetimeFigureOut">
              <a:rPr lang="en-US" smtClean="0"/>
              <a:t>4/27/26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D0F938-EFC0-646A-39FB-45B9EB4B6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3904F8-4311-2297-07D3-1E1E6C09C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03F5E-3F7A-7641-8F3C-7788B3D9F7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3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6112D9-06CC-224D-59B8-B5978B7FE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3AE11-939A-C74C-8468-B20FAB2F8D9A}" type="datetimeFigureOut">
              <a:rPr lang="en-US" smtClean="0"/>
              <a:t>4/27/26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769096-93F9-6AAE-6FC5-BAECE5F1D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1A1ED3-864E-D0D6-2D3C-62B0208CF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03F5E-3F7A-7641-8F3C-7788B3D9F7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1147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74EF8-1CF7-3BAF-A09C-6CEF9E127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07301A-87A5-4311-C3CC-BB9A93AA99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5F9503-5FCB-A64A-ABAA-58E63CAE4D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CFC7FE-DCEA-9413-4D0D-B192DC5CA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3AE11-939A-C74C-8468-B20FAB2F8D9A}" type="datetimeFigureOut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C5D246-F86B-E7EC-FE04-71B586F2C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8A15B-1220-A812-7748-3812BA478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03F5E-3F7A-7641-8F3C-7788B3D9F7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157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37CD2-5057-8FAD-C487-44C40FA7C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4AFD53-4C9C-A48B-474C-38C4552B8F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A23221-A067-551E-658A-882D8C9F3E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BF73DD-AD55-7226-F8C3-75291D69C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3AE11-939A-C74C-8468-B20FAB2F8D9A}" type="datetimeFigureOut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D077D3-7803-BC67-B826-0FAD5256A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1C6D7A-DC3F-02D2-FDB6-C900B5B09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03F5E-3F7A-7641-8F3C-7788B3D9F7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4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869B7-C610-FB5F-77FF-66284E4C8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F5905E-542B-26C8-FF04-BE1407D98A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667BAB-5290-5113-8437-1AC5BCDD9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3AE11-939A-C74C-8468-B20FAB2F8D9A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AC1129-635B-44D1-8E41-6E1EE670F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4928B4-BB8D-5D6B-CE93-6E3154F7B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03F5E-3F7A-7641-8F3C-7788B3D9F7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3852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9D554D9-D1AD-3700-9966-FC69B1ACC3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AAA124-DEB4-AFD1-3146-A547F3E504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A347D0-CBD8-0F22-5AE4-7A950D47E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3AE11-939A-C74C-8468-B20FAB2F8D9A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E890C0-E2F5-5121-6D6B-8A7C4FE05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7BBBDC-1493-4DD5-D877-B6E323F0F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03F5E-3F7A-7641-8F3C-7788B3D9F7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522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5CF0B6-623F-1DAE-B140-6ED1A2FD4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C70B1D-C6EE-DA61-F719-66E5A59F76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8BDD63-AA18-5589-2901-E0985542B8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23AE11-939A-C74C-8468-B20FAB2F8D9A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0CD9E2-BE82-0228-D490-CBA85E3E5F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E38D51-8FF9-6AEA-EAA8-C80E08953B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103F5E-3F7A-7641-8F3C-7788B3D9F7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380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6742F56D-0F27-84F0-32CB-9B3DC11B1014}"/>
              </a:ext>
            </a:extLst>
          </p:cNvPr>
          <p:cNvGrpSpPr/>
          <p:nvPr/>
        </p:nvGrpSpPr>
        <p:grpSpPr>
          <a:xfrm>
            <a:off x="1752251" y="604660"/>
            <a:ext cx="8176017" cy="5169839"/>
            <a:chOff x="1752251" y="604660"/>
            <a:chExt cx="8176017" cy="5169839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598B7E05-119E-FF61-C5D9-D121BA79EFFB}"/>
                </a:ext>
              </a:extLst>
            </p:cNvPr>
            <p:cNvGrpSpPr/>
            <p:nvPr/>
          </p:nvGrpSpPr>
          <p:grpSpPr>
            <a:xfrm>
              <a:off x="1752251" y="604660"/>
              <a:ext cx="8176017" cy="5025598"/>
              <a:chOff x="123868" y="379191"/>
              <a:chExt cx="8176017" cy="5025598"/>
            </a:xfrm>
          </p:grpSpPr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CF778604-7F7F-2699-41D5-1FE72EDC2AA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23868" y="379191"/>
                <a:ext cx="2713277" cy="2412756"/>
              </a:xfrm>
              <a:prstGeom prst="rect">
                <a:avLst/>
              </a:prstGeom>
            </p:spPr>
          </p:pic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B6B0FBA2-8928-E3E5-4557-FD1A2632C7D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55238" y="379191"/>
                <a:ext cx="2713277" cy="2412756"/>
              </a:xfrm>
              <a:prstGeom prst="rect">
                <a:avLst/>
              </a:prstGeom>
            </p:spPr>
          </p:pic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113F1011-7648-9611-FC8F-24419D976C5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586608" y="379192"/>
                <a:ext cx="2713277" cy="2412755"/>
              </a:xfrm>
              <a:prstGeom prst="rect">
                <a:avLst/>
              </a:prstGeom>
            </p:spPr>
          </p:pic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4B125B18-287E-3364-8330-22C9FFE36D6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3868" y="2992033"/>
                <a:ext cx="2713277" cy="2412756"/>
              </a:xfrm>
              <a:prstGeom prst="rect">
                <a:avLst/>
              </a:prstGeom>
            </p:spPr>
          </p:pic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5B28C960-4C80-D3E8-44E5-925A10F945D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855238" y="2992033"/>
                <a:ext cx="2713277" cy="2412756"/>
              </a:xfrm>
              <a:prstGeom prst="rect">
                <a:avLst/>
              </a:prstGeom>
            </p:spPr>
          </p:pic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43CD80D5-B170-CC6D-8C9C-801F75062E0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586608" y="2992033"/>
                <a:ext cx="2713277" cy="2412756"/>
              </a:xfrm>
              <a:prstGeom prst="rect">
                <a:avLst/>
              </a:prstGeom>
            </p:spPr>
          </p:pic>
        </p:grp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48A7789-93D8-7182-E8F7-ACD6A018D28F}"/>
                </a:ext>
              </a:extLst>
            </p:cNvPr>
            <p:cNvSpPr/>
            <p:nvPr/>
          </p:nvSpPr>
          <p:spPr>
            <a:xfrm>
              <a:off x="8279704" y="5567628"/>
              <a:ext cx="663880" cy="20687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BF5E334-59AF-4AED-34E2-0B584509ACE6}"/>
                </a:ext>
              </a:extLst>
            </p:cNvPr>
            <p:cNvSpPr txBox="1"/>
            <p:nvPr/>
          </p:nvSpPr>
          <p:spPr>
            <a:xfrm rot="10800000">
              <a:off x="7914012" y="5510995"/>
              <a:ext cx="1340285" cy="2385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50" dirty="0">
                  <a:latin typeface="Helvetica Light" panose="020B0403020202020204" pitchFamily="34" charset="0"/>
                </a:rPr>
                <a:t>FB.g1</a:t>
              </a:r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6CD0B54A-10A1-D89D-D10D-34CE16D6D27A}"/>
                </a:ext>
              </a:extLst>
            </p:cNvPr>
            <p:cNvSpPr/>
            <p:nvPr/>
          </p:nvSpPr>
          <p:spPr>
            <a:xfrm rot="19418560">
              <a:off x="7833447" y="3332756"/>
              <a:ext cx="227836" cy="1457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29433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3</Words>
  <Application>Microsoft Macintosh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Helvetica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3</cp:revision>
  <dcterms:created xsi:type="dcterms:W3CDTF">2026-04-16T21:18:10Z</dcterms:created>
  <dcterms:modified xsi:type="dcterms:W3CDTF">2026-04-27T14:59:38Z</dcterms:modified>
</cp:coreProperties>
</file>